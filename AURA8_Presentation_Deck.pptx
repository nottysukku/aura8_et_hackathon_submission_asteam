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AURA-8: Unified Asset &amp; Operations Brain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Pitch Presentation Deck | Economic Times AI Hackathon 2.0 (2026)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Problem Statement #8: AI for Industrial Knowledge Intelligence</a:t>
            </a:r>
          </a:p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Theme: Industrial Intelligence / Document Management / Quality</a:t>
            </a:r>
          </a:p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Tech Stack: Next.js 15, Python FastAPI, PyPDF, Google Gemini API (gemini-flash-latest)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The Problem Context: Industrial Information Fragmentation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Why Heavy Industry Loses Millions to Disconnected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35% Lost Productivity: Industrial engineers spend &gt;1/3 of workday searching for drawings and manuals.</a:t>
            </a:r>
          </a:p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7 to 12 Disconnected Systems: Plants operate across P&amp;ID CADs, work orders, operating procedures, and email archives.</a:t>
            </a:r>
          </a:p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18–22% Unplanned Downtime: Maintenance teams make decisions without full failure pattern context.</a:t>
            </a:r>
          </a:p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The Knowledge Cliff: 25% of experienced operators retire in the next decade, taking decades of undocumented knowledge.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The Solution: AURA-8 Platform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 Single, Unified Neural Brain for Plant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Gateway Landing Page: Choice between 'Start Clean Workspace' (0 data until file uploaded) and 'Guest Demo Mode' (sample hydrocracker data).</a:t>
            </a:r>
          </a:p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Universal Ingestion Engine: Extracts text, equipment tags (P-101A, V-301), parameters, and statutory rules from uploaded PDFs.</a:t>
            </a:r>
          </a:p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Dynamic Knowledge Graph: Populates visual 2D interactive network strictly from submitted files.</a:t>
            </a:r>
          </a:p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Persistent Gemini RAG Copilot: Floating AI assistant on every view with exact page-level text citations.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Technical Architecture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FastAPI + Vector Similarity + Google Gemini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FastAPI RAG Backend (Python 3.11): Running on http://127.0.0.1:8000 handling PDF text extraction and chunking.</a:t>
            </a:r>
          </a:p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Vector Indexing: TF-IDF &amp; Cosine Similarity ranking over 600-char text chunks.</a:t>
            </a:r>
          </a:p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Google Gemini API: Endpoint https://generativelanguage.googleapis.com/v1beta/models/gemini-flash-latest:generateContent.</a:t>
            </a:r>
          </a:p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Next.js 15 UI: React 19 App Router with Tailwind CSS and HTML5 Canvas Knowledge Graph.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Value Proposition &amp; Business Impact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Transforming Plant Operations &amp; Compliance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Search Time Reduction: Cut document search time from 35% of workday down to &lt; 10 seconds via RAG.</a:t>
            </a:r>
          </a:p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Unplanned Downtime Reduction: Projected 18-22% reduction in downtime events via root cause analysis.</a:t>
            </a:r>
          </a:p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Statutory Audit Evidence: 1-Click export of OISD-137 &amp; Factory Act Section 37 compliance packages.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Judging Criteria &amp; Live Prototype Demo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ET AI Hackathon 2.0 Evaluation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Innovation (25%): Real-time conversion of unstructured PDFs into visual Knowledge Graphs &amp; Gemini RAG.</a:t>
            </a:r>
          </a:p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Business Impact (25%): Prevents fatal industrial accidents and reduces operational downtime.</a:t>
            </a:r>
          </a:p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Technical Excellence (20%): Modular Python FastAPI backend + Next.js 15 frontend architecture.</a:t>
            </a:r>
          </a:p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</a:defRPr>
            </a:pPr>
            <a:r>
              <a:t>• User Experience (15%): Gateway landing page, zero-data initial state, and persistent floating chatbot.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